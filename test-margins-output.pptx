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A897E6B-35D4-4C59-9667-9E94DFC5B1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647700"/>
            <a:ext cx="5634037" cy="316865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3931424"/>
            <a:ext cx="5681980" cy="428349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9368AB29-FD65-43D1-A0D5-6E5DEB6A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 Master - Zero Margi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3657600" cy="914400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lIns="0" tIns="0" rIns="0" bIns="0" rtlCol="0"/>
          <a:lstStyle>
            <a:lvl1pPr indent="0" marL="0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with margin: [0,0,0,0]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3657600" cy="9144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lIns="0" tIns="0" rIns="0" bIns="0" rtlCol="0"/>
          <a:lstStyle>
            <a:lvl1pPr indent="0" marL="0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with margin: 0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200400"/>
            <a:ext cx="3657600" cy="9144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lIns="0" tIns="0" rIns="0" bIns="0" rtlCol="0"/>
          <a:lstStyle>
            <a:lvl1pPr indent="0" marL="0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with inset: 0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0" y="457200"/>
            <a:ext cx="3657600" cy="914400"/>
          </a:xfrm>
          <a:prstGeom prst="rect">
            <a:avLst/>
          </a:prstGeom>
          <a:solidFill>
            <a:srgbClr val="FFE0E0"/>
          </a:solidFill>
          <a:ln/>
        </p:spPr>
        <p:txBody>
          <a:bodyPr wrap="square" lIns="1270" tIns="3810" rIns="2540" bIns="1270" rtlCol="0"/>
          <a:lstStyle>
            <a:lvl1pPr indent="0" marL="0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[0.1, 0.2, 0.1, 0.3]</a:t>
            </a: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E0E0FF"/>
          </a:solidFill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margin (defaults)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160B2F-9375-4DE3-A5A0-161BE0A64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0"/>
            <a:ext cx="5535279" cy="3176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20251" y="6563709"/>
            <a:ext cx="311576" cy="2148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92E3486A-297A-4953-BF79-0AEFDE6C9C3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67039" y="323644"/>
            <a:ext cx="11062709" cy="845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08B5A9E-5A85-46D7-B45C-7C4E83238E0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67039" y="1289097"/>
            <a:ext cx="11064240" cy="4261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4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3657600" cy="914400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3657600" cy="9144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200400"/>
            <a:ext cx="3657600" cy="9144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0" y="457200"/>
            <a:ext cx="3657600" cy="914400"/>
          </a:xfrm>
          <a:prstGeom prst="rect">
            <a:avLst/>
          </a:prstGeom>
          <a:solidFill>
            <a:srgbClr val="FFE0E0"/>
          </a:solidFill>
          <a:ln/>
        </p:spPr>
        <p:txBody>
          <a:bodyPr wrap="square" lIns="1270" tIns="3810" rIns="2540" bIns="127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E0E0FF"/>
          </a:solidFill>
          <a:ln/>
        </p:spPr>
        <p:txBody>
          <a:bodyPr wrap="square" rtlCol="0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6 16-9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S-P Global EDP 2026 16-9" id="{2246ED3B-99E0-40E6-9790-ACF4666AB2EF}" vid="{E3EFB520-E477-43E8-A3C8-1D545409A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</vt:lpstr>
      <vt:lpstr>S-P Global EDP 2026 16-9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2026-02-05T14:32:04Z</dcterms:created>
  <dcterms:modified xsi:type="dcterms:W3CDTF">2026-02-05T14:32:04Z</dcterms:modified>
</cp:coreProperties>
</file>