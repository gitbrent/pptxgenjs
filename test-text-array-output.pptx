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4A897E6B-35D4-4C59-9667-9E94DFC5B117}" type="datetimeFigureOut">
              <a:rPr lang="en-US" smtClean="0"/>
              <a:t>12/29/2025</a:t>
            </a:fld>
            <a:endParaRPr lang="en-US"/>
          </a:p>
        </p:txBody>
      </p:sp>
      <p:sp>
        <p:nvSpPr>
          <p:cNvPr id="4" name="Slide Image Placeholder 3"/>
          <p:cNvSpPr>
            <a:spLocks noGrp="1" noRot="1" noChangeAspect="1"/>
          </p:cNvSpPr>
          <p:nvPr>
            <p:ph type="sldImg" idx="2"/>
          </p:nvPr>
        </p:nvSpPr>
        <p:spPr>
          <a:xfrm>
            <a:off x="23813" y="647700"/>
            <a:ext cx="5634037" cy="3168650"/>
          </a:xfrm>
          <a:prstGeom prst="rect">
            <a:avLst/>
          </a:prstGeom>
          <a:noFill/>
          <a:ln w="12700">
            <a:solidFill>
              <a:schemeClr val="bg2"/>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3931424"/>
            <a:ext cx="5681980" cy="428349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9368AB29-FD65-43D1-A0D5-6E5DEB6A130C}" type="slidenum">
              <a:rPr lang="en-US" smtClean="0"/>
              <a:t>‹#›</a:t>
            </a:fld>
            <a:endParaRPr lang="en-US"/>
          </a:p>
        </p:txBody>
      </p:sp>
    </p:spTree>
    <p:extLst>
      <p:ext uri="{BB962C8B-B14F-4D97-AF65-F5344CB8AC3E}">
        <p14:creationId xmlns:p14="http://schemas.microsoft.com/office/powerpoint/2010/main" val="573470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est Mast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66928" y="1737360"/>
            <a:ext cx="11082528" cy="3657600"/>
          </a:xfrm>
          <a:prstGeom prst="rect">
            <a:avLst/>
          </a:prstGeom>
          <a:noFill/>
          <a:ln/>
        </p:spPr>
        <p:txBody>
          <a:bodyPr wrap="square" rtlCol="0"/>
          <a:lstStyle>
            <a:lvl1pPr indent="0" marL="0">
              <a:buNone/>
              <a:defRPr lang="en-US" dirty="0"/>
            </a:lvl1pPr>
          </a:lstStyle>
          <a:p>
            <a:pPr indent="0" marL="0">
              <a:spcAft>
                <a:spcPts val="800"/>
              </a:spcAft>
              <a:buNone/>
            </a:pPr>
            <a:r>
              <a:rPr lang="en-US" b="1" dirty="0">
                <a:solidFill>
                  <a:srgbClr val="000000"/>
                </a:solidFill>
              </a:rPr>
              <a:t>Disclaimer
</a:t>
            </a:r>
            <a:pPr indent="0" marL="0">
              <a:spcAft>
                <a:spcPts val="800"/>
              </a:spcAft>
              <a:buNone/>
            </a:pPr>
            <a:r>
              <a:rPr lang="en-US" dirty="0">
                <a:solidFill>
                  <a:srgbClr val="000000"/>
                </a:solidFill>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
</a:t>
            </a:r>
            <a:pPr indent="0" marL="0">
              <a:buNone/>
            </a:pPr>
            <a:r>
              <a:rPr lang="en-US" dirty="0">
                <a:solidFill>
                  <a:srgbClr val="000000"/>
                </a:solidFill>
              </a:rPr>
              <a:t>Copyright © 2026 S&amp;P Global. All rights reserved. The [</a:t>
            </a:r>
            <a:pPr indent="0" marL="0">
              <a:buNone/>
            </a:pPr>
            <a:r>
              <a:rPr lang="en-US" dirty="0">
                <a:solidFill>
                  <a:srgbClr val="B92051"/>
                </a:solidFill>
              </a:rPr>
              <a:t>Insert publication</a:t>
            </a:r>
            <a:pPr indent="0" marL="0">
              <a:spcAft>
                <a:spcPts val="800"/>
              </a:spcAft>
              <a:buNone/>
            </a:pPr>
            <a:r>
              <a:rPr lang="en-US" dirty="0">
                <a:solidFill>
                  <a:srgbClr val="000000"/>
                </a:solidFill>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Pr indent="0" marL="0">
              <a:spcAft>
                <a:spcPts val="800"/>
              </a:spcAft>
              <a:buNone/>
            </a:pPr>
            <a:r>
              <a:rPr lang="en-US" dirty="0">
                <a:solidFill>
                  <a:srgbClr val="D6002A"/>
                </a:solidFill>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
</a:t>
            </a:r>
            <a:pPr indent="0" marL="0">
              <a:spcAft>
                <a:spcPts val="800"/>
              </a:spcAft>
              <a:buNone/>
            </a:pPr>
            <a:r>
              <a:rPr lang="en-US" dirty="0">
                <a:solidFill>
                  <a:srgbClr val="D6002A"/>
                </a:solidFill>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
</a:t>
            </a:r>
            <a:pPr indent="0" marL="0">
              <a:spcAft>
                <a:spcPts val="800"/>
              </a:spcAft>
              <a:buNone/>
            </a:pPr>
            <a:r>
              <a:rPr lang="en-US" dirty="0">
                <a:solidFill>
                  <a:srgbClr val="D6002A"/>
                </a:solidFill>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
</a:t>
            </a:r>
            <a:pPr indent="0" marL="0">
              <a:spcAft>
                <a:spcPts val="800"/>
              </a:spcAft>
              <a:buNone/>
            </a:pPr>
            <a:r>
              <a:rPr lang="en-US" dirty="0">
                <a:solidFill>
                  <a:srgbClr val="000000"/>
                </a:solidFill>
              </a:rPr>
              <a:t>This content was created with the assistance of Kensho Spark Assist, an artificial intelligence (AI) tool. For complete Terms of Use, see https://www.spglobal.com/en/terms-of-use.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66928" y="1737360"/>
            <a:ext cx="11082528" cy="3657600"/>
          </a:xfrm>
          <a:prstGeom prst="rect">
            <a:avLst/>
          </a:prstGeom>
          <a:noFill/>
          <a:ln/>
        </p:spPr>
        <p:txBody>
          <a:bodyPr wrap="square" rtlCol="0"/>
          <a:lstStyle/>
          <a:p>
            <a:pPr indent="0" marL="0">
              <a:buNone/>
            </a:pPr>
            <a:endParaRPr lang="en-US" dirty="0"/>
          </a:p>
        </p:txBody>
      </p:sp>
    </p:spTree>
  </p:cSld>
  <p:clrMapOvr>
    <a:masterClrMapping/>
  </p:clrMapOvr>
</p:sld>
</file>

<file path=ppt/theme/theme1.xml><?xml version="1.0" encoding="utf-8"?>
<a:theme xmlns:a="http://schemas.openxmlformats.org/drawingml/2006/main" name="S-P Global EDP 2026 16-9">
  <a:themeElements>
    <a:clrScheme name="Office">
      <a:dk1>
        <a:sysClr val="windowText" lastClr="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S-P Global EDP 2026 16-9" id="{2246ED3B-99E0-40E6-9790-ACF4666AB2EF}" vid="{E3EFB520-E477-43E8-A3C8-1D545409AD89}"/>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Arial</vt:lpstr>
      <vt:lpstr>S-P Global EDP 2026 16-9</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2026-02-05T14:43:59Z</dcterms:created>
  <dcterms:modified xsi:type="dcterms:W3CDTF">2026-02-05T14:43:59Z</dcterms:modified>
</cp:coreProperties>
</file>